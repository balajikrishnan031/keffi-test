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124176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"/>
            <a:ext cx="123809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F3838"/>
                </a:solidFill>
                <a:latin typeface="Times New Roman"/>
              </a:defRPr>
            </a:pPr>
            <a:r>
              <a:t>KEFFI AI – A MENTAL HEALTH CHATBOT</a:t>
            </a:r>
          </a:p>
          <a:p>
            <a:pPr algn="ctr">
              <a:defRPr sz="1400" b="1">
                <a:solidFill>
                  <a:srgbClr val="0D5050"/>
                </a:solidFill>
                <a:latin typeface="Times New Roman"/>
              </a:defRPr>
            </a:pPr>
            <a:r>
              <a:t>UNIVERSITY COLLEGE OF ENGINEERING PANRUTI</a:t>
            </a:r>
          </a:p>
          <a:p>
            <a:pPr algn="ctr">
              <a:defRPr sz="1100" i="1">
                <a:solidFill>
                  <a:srgbClr val="334155"/>
                </a:solidFill>
                <a:latin typeface="Times New Roman"/>
              </a:defRPr>
            </a:pPr>
            <a:r>
              <a:t>(A Constituent College of Anna University, Chennai) • Department of Computer Science and Engineering</a:t>
            </a:r>
          </a:p>
          <a:p>
            <a:pPr algn="ctr">
              <a:defRPr sz="1050" b="1">
                <a:solidFill>
                  <a:srgbClr val="1E293B"/>
                </a:solidFill>
                <a:latin typeface="Times New Roman"/>
              </a:defRPr>
            </a:pPr>
            <a:r>
              <a:t>TEAM NAME: HACKERS TEAM   |   MEMBERS: MADHUMATHI S, BALAJI P, MALINI V   |   GUIDE: DR. S. SIVANESH M.Tech., Ph.D.</a:t>
            </a:r>
          </a:p>
        </p:txBody>
      </p:sp>
      <p:pic>
        <p:nvPicPr>
          <p:cNvPr id="3" name="Picture 2" descr="poster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1188720" cy="1188720"/>
          </a:xfrm>
          <a:prstGeom prst="rect">
            <a:avLst/>
          </a:prstGeom>
        </p:spPr>
      </p:pic>
      <p:pic>
        <p:nvPicPr>
          <p:cNvPr id="4" name="Picture 3" descr="poster_img_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33120" y="182880"/>
            <a:ext cx="1188720" cy="11887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5760" y="1600200"/>
            <a:ext cx="14392656" cy="27432"/>
          </a:xfrm>
          <a:prstGeom prst="rect">
            <a:avLst/>
          </a:prstGeom>
          <a:solidFill>
            <a:srgbClr val="0F3838"/>
          </a:solidFill>
          <a:ln>
            <a:solidFill>
              <a:srgbClr val="0F38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73736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1. ABSTRACT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Mental healthcare accessibility is a major global issue due to expensive therapy fees, long waitlists for psychiatrists, and social stigma. Standard therapy offers only 1 hour per week, leaving individuals unmonitored during the remaining 167 hours of weekly vulnerability. Keffi AI is a clinical digital therapeutics platform designed to bridge this 167-hour gap by offering 24/7 continuous emotional monitoring, hands-free voice conversations, and structured psychological support.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206240"/>
            <a:ext cx="45720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2. HIGHLIGHTS OF THE PROJECT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Fine-Tuned BERT 96-Emotion Model: Accurately identifies 96 distinct emotional states from complex user text with 94.2% top-3 accuracy.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3-Tier Clinical Care Framework: Combines empathetic validation, biological explanations (amygdala/cortisol), and CBT grounding exercises.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Hands-Free Real-Time Voice AI: Real-time speech interaction designed for users experiencing severe panic or distress who cannot type.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High-Concurrency WAL Database: Write-Ahead Logging database engine preventing crashes during heavy patient usage.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Explainable AI (SHAP &amp; LIME): Provides clear feature attribution maps allowing attending clinicians to audit automated decisions.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Admin Clinical Dashboard: Enables psychiatrists to monitor patient progress, view inactivity alerts, and review full chat history.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73736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3. METHODOLOGY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Keffi AI uses a multi-modal affective computing pipeline. When a user sends a text or speaks, input is processed through a dual-model cascade. A fine-tuned BERT transformer classifies fine-grained emotion vectors, while an audio prosody analyzer measures pitch (F0), speech pace, and pauses. Conversation memory is safely stored in a WAL relational database and vector memory tagged by patient ID. If severe distress or suicidal intent is detected, automated n8n workflows alert emergency contacts immediately.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420624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4. STEP BY STEP PROCEDURE OR ALGORITHM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Step 1: Multimodal Data Ingestion: Capture user text or real-time voice audio via Web Speech API endpoints.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Step 2: BERT Emotion Classification: Tokenize input and classify across 96 fine-grained psychological emotion categories.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Step 3: Isolated Context Retrieval: Retrieve past conversation context from the WAL database using the patient ID.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Step 4: 3-Tier Therapeutic Generation: Synthesize empathetic validation, biological insights, and CBT grounding exercises.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Step 5: Acoustic Prosody &amp; Risk Triage: Analyze voice pitch and pauses; trigger n8n crisis workflows if danger is detected.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Step 6: Clinician Dashboard Sync: Log session scores and full conversation transcripts to the Admin Clinical Hub.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804672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5. DATASET USED IF ANY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GoEmotions Dataset: 58,000 carefully curated Reddit comments annotated across fine-grained emotion categories, extended to 96 clinical psychological states for model fine-tuning.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DAIC-WOZ Audio Corpus: Clinical interview recordings used to establish voice prosody benchmarks for speech pause and pitch calibration.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1737360"/>
            <a:ext cx="4480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6. INPUT AND OUTPUT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User Input: Spoken voice or written statement ('I feel completely overwhelmed by exam deadlines, my heart is racing, and I can't sleep.')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System Output: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Tier 1 Validation: 'I hear how much pressure you're under. It's completely valid to feel overwhelmed.'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Tier 2 Psychoeducation: 'Your amygdala is triggering fight-or-flight hormones like cortisol right now.'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Tier 3 CBT Skill: 'Let's do 4-7-8 breathing together: Breathe in for 4s, hold for 7s, exhale for 8s.'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Voice Readout &amp; Chips: Spoken therapeutic audio readout plus 3 interactive grounding action buttons.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5029200"/>
            <a:ext cx="4480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7. CONCLUSION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Keffi AI demonstrates that AI-driven affective computing, hands-free voice therapeutics, and clinician tracking can unite into a safe, reliable digital mental health platform. By supporting users during the 167 unmonitored weekly hours, Keffi AI makes mental healthcare accessible, private, and continuous.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766560"/>
            <a:ext cx="4480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DEVELOPED LIVE SYSTEM INTERFACE</a:t>
            </a:r>
          </a:p>
        </p:txBody>
      </p:sp>
      <p:pic>
        <p:nvPicPr>
          <p:cNvPr id="14" name="Picture 13" descr="new_user_landing_screenshot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0" y="7223760"/>
            <a:ext cx="448056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