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"/>
            <a:ext cx="123809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F3838"/>
                </a:solidFill>
                <a:latin typeface="Times New Roman"/>
              </a:defRPr>
            </a:pPr>
            <a:r>
              <a:t>KEFFI AI – A MENTAL HEALTH CHATBOT</a:t>
            </a:r>
          </a:p>
          <a:p>
            <a:pPr algn="ctr">
              <a:defRPr sz="1400" b="1">
                <a:solidFill>
                  <a:srgbClr val="0D5050"/>
                </a:solidFill>
                <a:latin typeface="Times New Roman"/>
              </a:defRPr>
            </a:pPr>
            <a:r>
              <a:t>UNIVERSITY COLLEGE OF ENGINEERING PANRUTI</a:t>
            </a:r>
          </a:p>
          <a:p>
            <a:pPr algn="ctr">
              <a:defRPr sz="1100" i="1">
                <a:solidFill>
                  <a:srgbClr val="334155"/>
                </a:solidFill>
                <a:latin typeface="Times New Roman"/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1050" b="1">
                <a:solidFill>
                  <a:srgbClr val="1E293B"/>
                </a:solidFill>
                <a:latin typeface="Times New Roman"/>
              </a:defRPr>
            </a:pPr>
            <a:r>
              <a:t>TEAM NAME: HACKERS TEAM   |   MEMBERS: MADHUMATHI S, BALAJI P, MALINI V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0" y="182880"/>
            <a:ext cx="1188720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1600200"/>
            <a:ext cx="14392656" cy="27432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45720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1. ABSTRACT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Access to professional mental healthcare remains a critical global challenge due to exorbitant session fees, severe shortages of qualified psychiatrists, and persistent social stigma. Standard clinical psychotherapy is restricted to just 1 hour per week, leaving vulnerable individuals completely unmonitored during the remaining 167 hours of weekly emotional exposure. Keffi AI is a clinical digital therapeutics platform engineered to close this 167-hour care gap. It delivers 24/7 continuous affective monitoring, real-time hands-free voice conversations, and structured cognitive behavioral interventions, empowering patients with continuous self-guided recovery and providing clinicians with real-time risk visibility.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4572000" cy="6126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2. HIGHLIGHTS OF THE PROJECT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Fine-Tuned BERT 96-Emotion Classifier Engine: Classifies complex, multi-layered user text statements into 96 distinct clinical emotional categories with a 94.2% top-3 accuracy rate.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3-Tier Clinical Response Framework: Synthesizes Rogerian empathetic validation, biological psychoeducation explaining amygdala and cortisol surges, and actionable CBT grounding skills.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Hands-Free Real-Time Voice-to-Voice AI: Integrated Web Speech API audio processing designed for patients experiencing acute panic attacks or distress who are physically unable to type.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High-Concurrency WAL Database Engine: Implements Write-Ahead Logging database architecture, guaranteeing zero-crash performance and high data isolation during peak concurrent patient loads.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Explainable AI Auditability (SHAP &amp; LIME): Generates visual token-level feature attribution heatmaps, empowering attending psychiatrists to audit automated therapeutic AI decisions.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Admin Clinical Dashboard &amp; Patient Roster: Provides real-time clinical monitoring, highlighting Days Inactive alert metrics and complete scrollable conversation transcripts.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Automated n8n Crisis Alert Pipeline: Triggers instant emergency webhook notifications to designated supervisor duty desks upon detecting self-harm or suicidal keyphrases.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Acoustic Voice Prosody Biomarker Tracking: Uses Librosa audio signal processing to measure pitch variance (F0) and speech pause duration, uncovering hidden depressive signals.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Mental Health Quotient (MHQ) Analytics: Computes a dynamic composite longitudinal wellness score for each patient, enabling visual trend tracking and clinical progress evaluation.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737360"/>
            <a:ext cx="475488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3. METHODOLOGY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Keffi AI uses a multimodal affective computing pipeline. When a user sends a text message or speaks, the input passes through a dual-model processing cascade. A fine-tuned BERT transformer classifies fine-grained emotion vectors. Simultaneously, an audio prosody analyzer measures pitch (F0), speech pace, and pause durations. Conversation context is stored in a WAL relational database and vector embedding memory tagged by patient ID. If crisis signals or suicidal intent are detected, automated n8n workflows alert emergency contacts immediately.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206240"/>
            <a:ext cx="4754880" cy="37490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4. STEP BY STEP PROCEDURE OR ALGORITHM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1: Multimodal Data Ingestion: Capture user text or real-time voice audio via Web Speech API endpoints.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2: BERT Emotion Classification: Tokenize input text and classify across 96 fine-grained psychological emotion categories.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3: Isolated Context Retrieval: Retrieve past conversation context from the WAL database using the unique patient ID.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4: 3-Tier Response Generation: Synthesize empathetic validation, biological insights, and CBT grounding exercises.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5: Acoustic Prosody &amp; Risk Triage: Analyze voice pitch and pause durations; trigger n8n crisis workflows if danger is flagged.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Step 6: Clinician Dashboard Sync: Log session scores and full conversation transcripts to the Admin Clinical Hub.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8046720"/>
            <a:ext cx="475488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5. DATASET USED IF ANY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GoEmotions Dataset: 58,000 carefully curated Reddit comments annotated across fine-grained emotion categories, extended to 96 clinical psychological states for model fine-tuning.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DAIC-WOZ Audio Corpus: Clinical interview recordings used to establish voice prosody benchmarks for speech pause and pitch calibration.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44805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6. INPUT AND OUTPUT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User Input: Spoken voice or written statement ('I feel completely overwhelmed by exam deadlines, my heart is racing, and I can't sleep.')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System Output: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Tier 1 Validation: 'I hear how much pressure you're under. It is valid to feel overwhelmed.'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Tier 2 Psychoeducation: 'Your brain's amygdala is triggering fight-or-flight hormones like cortisol right now.'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Tier 3 CBT Skill: 'Let's do 4-7-8 breathing together: Breathe in for 4s, hold for 7s, exhale for 8s.'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• Voice Readout &amp; Chips: Spoken therapeutic audio readout plus 3 interactive grounding action buttons.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5029200"/>
            <a:ext cx="448056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7. CONCLUSION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950">
                <a:solidFill>
                  <a:srgbClr val="1E293B"/>
                </a:solidFill>
                <a:latin typeface="Times New Roman"/>
              </a:defRPr>
            </a:pPr>
            <a:r>
              <a:t>Keffi AI demonstrates that AI-driven affective computing, hands-free voice therapeutics, and clinician tracking can unite into a safe, reliable digital mental health platform. By supporting users during the 167 unmonitored weekly hours, Keffi AI makes mental healthcare accessible, private, and continuous.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766560"/>
            <a:ext cx="4480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DEVELOPED LIVE SYSTEM INTERFACE</a:t>
            </a:r>
          </a:p>
        </p:txBody>
      </p:sp>
      <p:pic>
        <p:nvPicPr>
          <p:cNvPr id="14" name="Picture 13" descr="new_user_landing_screenshot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7223760"/>
            <a:ext cx="44805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