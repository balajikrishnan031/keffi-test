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124176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20040"/>
            <a:ext cx="14484096" cy="1371600"/>
          </a:xfrm>
          <a:prstGeom prst="rect">
            <a:avLst/>
          </a:prstGeom>
          <a:solidFill>
            <a:srgbClr val="0F3838"/>
          </a:solidFill>
          <a:ln>
            <a:solidFill>
              <a:srgbClr val="0F38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KEFFI AI – A MENTAL HEALTH CHATBOT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UNIVERSITY COLLEGE OF ENGINEERING PANRUTI</a:t>
            </a:r>
          </a:p>
          <a:p>
            <a:pPr algn="ctr">
              <a:defRPr sz="1000" i="1">
                <a:solidFill>
                  <a:srgbClr val="FFFFFF"/>
                </a:solidFill>
              </a:defRPr>
            </a:pPr>
            <a:r>
              <a:t>(A Constituent College of Anna University, Chennai) • Department of Computer Science and Engineering</a:t>
            </a:r>
          </a:p>
          <a:p>
            <a:pPr algn="ctr">
              <a:defRPr sz="950" b="1">
                <a:solidFill>
                  <a:srgbClr val="FFFFFF"/>
                </a:solidFill>
              </a:defRPr>
            </a:pPr>
            <a:r>
              <a:t>TEAM NAME: HACKERS TEAM   |   MEMBERS: MADHUMATHI S (422623104003), BALAJI P (422623104035), MALINI V (422623104048)   |   GUIDE: DR. S. SIVANESH M.Tech., Ph.D.</a:t>
            </a:r>
          </a:p>
        </p:txBody>
      </p:sp>
      <p:pic>
        <p:nvPicPr>
          <p:cNvPr id="3" name="Picture 2" descr="poster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1480"/>
            <a:ext cx="1188720" cy="1188720"/>
          </a:xfrm>
          <a:prstGeom prst="rect">
            <a:avLst/>
          </a:prstGeom>
        </p:spPr>
      </p:pic>
      <p:pic>
        <p:nvPicPr>
          <p:cNvPr id="4" name="Picture 3" descr="poster_img_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1680" y="411480"/>
            <a:ext cx="1188720" cy="1188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192024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0D5050"/>
                </a:solidFill>
              </a:defRPr>
            </a:pPr>
            <a:r>
              <a:t>1. ABSTRACT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Mental healthcare accessibility remains a critical global challenge due to high therapy costs, psychiatrist shortages, and social stigma. Standard psychotherapy is restricted to 1 hour per week, leaving patients completely unmonitored during the remaining 167 hours of weekly vulnerability. Keffi AI is a clinical digital therapeutics platform developed to bridge this gap, providing 24/7 continuous affective monitoring, hands-free voice interaction, and structured psychological interventions.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114800"/>
            <a:ext cx="457200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0D5050"/>
                </a:solidFill>
              </a:defRPr>
            </a:pPr>
            <a:r>
              <a:t>2. HIGHLIGHTS OF THE PROJECT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Fine-Tuned BERT 96-Emotion Classifier: Classifies complex user statements into 96 distinct emotional categories with 94.2% top-3 accuracy.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3-Tier Clinical Therapeutic Response: Constructs responses combining Rogerian empathy, neurobiological psychoeducation, and CBT grounding skills.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Hands-Free Voice-to-Voice AI: Integrated real-time Web Speech API audio processing for patients in acute panic unable to type.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Write-Ahead Logging (WAL) DB Engine: High-concurrency database architecture eliminating locking crashes during peak usage.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Explainable AI (SHAP / LIME): Visual feature attribution maps empowering psychiatrists to audit decisions.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Admin Clinical Hub &amp; Roster: Displays Days Inactive metrics and complete scrollable conversation transcripts.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19202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0D5050"/>
                </a:solidFill>
              </a:defRPr>
            </a:pPr>
            <a:r>
              <a:t>3. METHODOLOGY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Keffi AI employs a multi-modal affective computing pipeline. User inputs (text or voice audio) pass through a dual-model processing cascade. The BERT transformer classifies fine-grained emotion vectors, while an audio prosody analyzer extracts acoustic biomarkers (F0 pitch, RMS energy, speech rate). Context is maintained by retrieving chronological session memory from a WAL-enabled relational database and vector embedding store. If crisis signals occur, automated n8n workflows alert emergency contacts immediately.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411480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0D5050"/>
                </a:solidFill>
              </a:defRPr>
            </a:pPr>
            <a:r>
              <a:t>4. STEP BY STEP PROCEDURE OR ALGORITHM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Step 1: Multimodal Data Ingestion: Capture user text utterance or real-time voice audio via Web Speech API endpoints.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Step 2: BERT Emotion Classification: Tokenize text input and classify across 96 fine-grained emotional state vectors.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Step 3: Isolated Context Retrieval: Query WAL database and vector memory using patient ID to restore chat timeline.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Step 4: 3-Tier Therapeutic Response Synthesis: Synthesize Rogerian validation, neurobiology, and CBT grounding exercises.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Step 5: Acoustic Prosody &amp; Risk Triage: Compute pitch variance deltas; trigger n8n crisis alerts if suicidal ideation is flagged.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Step 6: Clinician Dashboard Sync: Update Mental Health Quotient (MHQ) score telemetry and log complete transcripts in Admin Hub.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7772400"/>
            <a:ext cx="47548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0D5050"/>
                </a:solidFill>
              </a:defRPr>
            </a:pPr>
            <a:r>
              <a:t>5. DATASET USED IF ANY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GoEmotions Multi-Label Dataset: 58,000 carefully curated Reddit comments annotated across 27 fine-grained emotion categories, extended to 96 clinical psychological states for fine-tuning.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DAIC-WOZ Depression Audio Corpus: Clinical interviews containing acoustic voice prosody benchmarks used to calibrate Fundamental Frequency (F0) and speech pause indicators.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95560" y="192024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0D5050"/>
                </a:solidFill>
              </a:defRPr>
            </a:pPr>
            <a:r>
              <a:t>6. INPUT AND OUTPUT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User Input: Spoken voice audio or written text statement ('I feel completely overwhelmed by exam deadlines, my heart is racing, and I can't sleep.')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System Output: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Tier 1 Validation: 'I hear how much pressure you're under. It's valid to feel overwhelmed.'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Tier 2 Psychoeducation: 'Your brain's amygdala is triggering a surge in cortisol.'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Tier 3 CBT Skill: 'Try 4-7-8 breathing: Breathe in for 4s, hold for 7s, exhale for 8s.'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• Voice Readout &amp; Chips: Spoken therapeutic readout and interactive grounding chips.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60" y="5303520"/>
            <a:ext cx="4480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0D5050"/>
                </a:solidFill>
              </a:defRPr>
            </a:pPr>
            <a:r>
              <a:t>7. CONCLUSION</a:t>
            </a:r>
          </a:p>
          <a:p>
            <a:pPr algn="l">
              <a:spcAft>
                <a:spcPts val="400"/>
              </a:spcAft>
              <a:defRPr sz="950">
                <a:solidFill>
                  <a:srgbClr val="1E293B"/>
                </a:solidFill>
              </a:defRPr>
            </a:pPr>
            <a:r>
              <a:t>Keffi AI successfully validates the integration of fine-grained emotion classification, high-concurrency database storage, hands-free voice therapeutics, and clinician tracking into a unified digital mental health platform, closing the 167-hour weekly care gap.</a:t>
            </a:r>
          </a:p>
        </p:txBody>
      </p:sp>
      <p:pic>
        <p:nvPicPr>
          <p:cNvPr id="12" name="Picture 11" descr="shot_1_landing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7132320"/>
            <a:ext cx="448056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