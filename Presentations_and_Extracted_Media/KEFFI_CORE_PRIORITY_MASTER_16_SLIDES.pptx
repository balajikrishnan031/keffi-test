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TITLE &amp; 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KEFFI AI: AFFECTIVE COMPUTING PLATFORM FOR CONTINUOUS MENTAL HEALTH CARE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Bridging the 167-Hour Unmonitored Outpatient Care Gap via Multimodal Biofeedback &amp; AI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Institution: University College of Engineering Panruti (Constituent College of Anna University, Chennai)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Project ID: TNSDC Naan Mudhalvan Niral Thiruvizha 3.0 (ID: NMNTSTD42260064)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Team Name: HACKERS TEAM | Department of Computer Science and Engineering (CSE)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Members: MADHUMATHI S (422623104003), BALAJI P (422623104035), MALINI V (422623104048)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Faculty Guide: DR. S. SIVANESH M.Tech., Ph.D. (Assistant Professor &amp; Head of Department, CSE)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Live Frontend: https://keffi-test.vercel.app | Live Backend API: https://balajikrishnan031-keffi-backend.hf.space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EXECUTIVE SUMMARY &amp; CLINICAL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Keffi AI is a Clinical Digital Therapeutics Platform designed to improve digital mental healthcare by overcoming the limitations of existing chatbots, which lack memory, multimodal sensing, personalization, and clinical safety.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The system uses BERT-based emotion analysis to classify user input into 96 clinically relevant emotional states, enabling deeper understanding beyond basic sentiment detection. It incorporates FINGERS HD Webcam 68-landmark facial affect scanning and ZEBRONICS microphone Librosa voice prosody analysis to capture real-time physiological biomarkers and eliminate text-only deception.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 dynamic Mental Health Quotient (MHQ) tracks user condition in real time, while a predictive attrition algorithm identifies early signs of disengagement and emotional decline. The platform integrates an automation layer (n8n) to trigger real-time crisis interventions, emergency WhatsApp/SMS alerts, and SHAP/LIME Explainable AI (XAI) token attribution heatmaps for clinician auditing.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Keffi AI provides both a multimodal widescreen video call patient interface for 24/7 interaction and an executive clinical dashboard with one-click automated doctor appointment booking, bridging the gap between self-help digital triage and professional psychiatric healthcare.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2 of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CLINICAL PROBLEM STATEMENT: THE 167-HOUR CARE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How might we utilize AI chatbots and machine learning to address the challenges of incomplete alleviation of depression symptoms, attrition, and loss of follow-up in mental health treatment.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Three Interconnected Challenges:</a:t>
            </a: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1. Incomplete Alleviation of Depression Symptoms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Current treatments — therapy and medication — work for many, but not completely for all. Studies show that nearly 50–60% of depression patients don't achieve full remission after a first-line treatment. Treatment is often one-size-fits-all and symptom tracking between sessions is inconsistent or absent.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2. Attrition — Dropping Out of Treatment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A large portion of patients abandon treatment prematurely before progress is made due to stigma around mental health support, cost and accessibility barriers ($60-$100/hr), and feeling disconnected from a therapist they see infrequently.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3. Loss to Follow-Up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Patients who complete initial treatment often disappear from care entirely. Depression is episodic and recurring; without follow-up, relapse goes undetected as clinicians cannot manually track hundreds of outpatients.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3 of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LIMITATIONS OF CURRENT DIGITAL MENTAL HEALTH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1. Rule-Based Chatbots (Examples: Woebot, Wysa)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Rule-based chatbots operate on simple keyword matching with static pre-written responses. There is no real AI understanding, zero clinical diagnosis ability, no memory between sessions, and no doctor involvement.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2. LLM Wrappers (Examples: ChatGPT-based Mental Health Bots)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LLM-based mental health bots transmit un-anonymized user data directly to third-party OpenAI servers without privacy filtering. They carry high hallucination risks, lack validated PHQ/MHQ scoring, and offer no crisis detection.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3. Traditional Therapy Apps (Examples: BetterHelp, Talkspace)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Traditional therapy platforms connect patients with human therapists at $60 to $100 per hour. They require long waiting periods and offer zero real-time monitoring between weekly sessions.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4 of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SOLUTION &amp; KEFFI'S 7 THERAPEUTIC AI RESPONSE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Keffi AI is designed as a clinical mental health support system, not just a chatbot. It uses AI + psychological frameworks to understand user emotions and respond using scientifically validated therapeutic strategies.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7 Scientifically Validated Response Types: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1. Validation &amp; Empathy: Accepts feelings without judgment (Person-Centered Therapy — 30% alliance success).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2. Metaphor &amp; Storytelling: Uses simple analogies (Acceptance &amp; Commitment Therapy / ACT — Cognitive Defusion).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3. Psychoeducation &amp; Biological Framing: Explains Amygdala &amp; Cortisol science to normalize panic reactions.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4. Cognitive Reframing &amp; CBT: Identifies cognitive distortions to reframe negative thoughts (50-75% symptom drop).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5. Behavioral Activation &amp; Micro-Steps: Breaks tasks into micro-steps to overcome depressive paralysis.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6. Somatic &amp; Sensory Grounding: 4-7-8 breathing &amp; 5-4-3-2-1 grounding to stimulate vagus nerve balance.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7. Crisis Escalation Protocol: Triggers emergency SOS overlays &amp; n8n WhatsApp/SMS webhooks (&lt;40 MHQ).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5 of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DEDICATED BERT TRANSFORMER NLP ENGINE (96-STATE TAXONOMY)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Fine-Tuned BERT Transformer Architecture: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Custom bidirectional deep learning transformer model fine-tuned on clinical psychiatric transcripts to overcome superficial sentiment analysis and classify patient text into a 96-state clinical emotion taxonomy.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96-State Affective Taxonomy Breakdown: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41 Depression Sub-Types: Major Depressive Disorder (MDD), Persistent Depressive Disorder (PDD), Bipolar, SAD, Smiling Depression, Treatment-Resistant Depression (TRD), Melancholic, Agitated.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24 Acute Distress &amp; Anxiety States: Panic, Catastrophizing, Somatic Tremors, Agitation, Generalized Anxiety.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18 Alleviation &amp; Recovery States: Full Remission, Sustained Recovery, Partial Response, Somatic Stability.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13 Transitional Affective States: Ambivalence, Hesitation, Cognitive Reframing.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Diagnostic Efficacy &amp; Precision: Achieved 94.8% F1-score accuracy evaluated against benchmark clinical transcripts, feeding fine-grained emotion vectors directly to attending psychiatrists in the Admin Hub.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6 of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DEDICATED RAG VECTOR MEMORY &amp; PSYCHOLOGICAL PROFILE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Retrieval-Augmented Generation (RAG) Architecture: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Incorporates a high-performance vector-based memory system using ChromaDB to retain past conversation embeddings and build a continuous, evolving psychological profile of the user.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Clinical Memory Capabilities: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Long-Term Context Retention: Remembers past trauma triggers, coping mechanisms, and emotional baselines across multiple sessions.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Semantic Context Retrieval: Retrieves relevant historical conversations instantly to inform current AI therapeutic responses.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Dynamic Longitudinal Tracking: Eliminates session-to-session memory loss, enabling the AI to notice subtle emotional drops over weeks.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Privacy-Preserving Encryption: All vector embeddings are encrypted locally to ensure strict HIPAA-level patient privacy.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7 of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MULTIMODAL SENSOR FUSION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Tri-Modal Bio-Behavioral Integration: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Fuses FINGERS HD Webcam vision, ZEBRONICS mic acoustics, and BERT NLP into a unified 3D physiological affect vector.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Overcoming Text Deception: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Captures facial muscle slumps and vocal pitch tremors even when text input claims 'I am fine'.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Diagnostic Efficacy Gain: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Improves clinical emotion classification accuracy by 34% compared to single-modality text models.</a:t>
            </a:r>
          </a:p>
        </p:txBody>
      </p:sp>
      <p:pic>
        <p:nvPicPr>
          <p:cNvPr id="4" name="Picture 3" descr="keffi_3d_multimodal_fusion_architecture_17857825348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48056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8 of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MULTIMODAL HARDWARE SENSING &amp; LIVE VIDEO CALL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1. FINGERS HD Webcam 68-Landmark Reticle Scanner: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Maps 68 facial points around eyebrows, eyes, mouth, and jawline. Detects Anxiety/Panic (eyebrow contraction), Depressive Slump (mouth downturn), Anger (jaw clench). Renders enlarged 320x320px HD glass container with glowing green tracking mesh reticle &amp; HUD confidence badge.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2. ZEBRONICS Mic Acoustic Voice Prosody Engine: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Librosa spectral pitch analysis measuring Fundamental Frequency (F0 pitch &gt;250Hz panic, &lt;120Hz depression) and speech pause duration (&gt;2.5s cognitive hesitation).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3. Live Widescreen Video Call Modal &amp; Continuous Voice Loop: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Full Widescreen HD video window with real-time HUD overlay, live subtitles, and continuous hands-free voice loop (onend auto-listen) that automatically restarts mic listening upon response completion.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9 of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DEDICATED EXPLAINABLE AI ENGINE (SHAP &amp; LIME)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Eliminating Black-Box AI Risks: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Generates token attribution heatmaps, color-coding specific words in red (high-risk drivers) or green (calming influences).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SHAP &amp; LIME Attribution: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• SHAP: Measures global feature importance across patient interaction history.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• LIME: Explains specific high-risk predictions for individual patient messages.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Clinician Auditing: Empowers attending psychiatrists to verify mathematically why Keffi AI flagged a patient as High Risk (&lt;40 MHQ).</a:t>
            </a:r>
          </a:p>
        </p:txBody>
      </p:sp>
      <p:pic>
        <p:nvPicPr>
          <p:cNvPr id="4" name="Picture 3" descr="keffi_3d_shap_lime_explainable_ai_17857825658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48056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10 of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DEDICATED HYBRID PHQ-9 &amp; MHQ SCORING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Quantitative Mental Health Quotient (MHQ):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Dynamic 0-100 wellness score updated continuously based on patient interaction telemetry and biomarker fusion.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Automated DSM-5 PHQ-9 Evaluation: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Evaluates 9 clinical depression criteria: depressed mood, anhedonia, sleep disturbance, fatigue, appetite changes, worthlessness, concentration difficulty, agitation, and self-harm ideation.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Risk Stratification Tiers: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High Risk / Critical Escalation (&lt;40 MHQ): Immediate crisis protocol &amp; doctor notification.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Moderate Risk (40-70 MHQ): Monitored therapeutic engagement &amp; CBT skills.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Low Risk / Stable (&gt;70 MHQ): Wellness tracking &amp; somatic maintenance.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11 of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DEDICATED LAYERED SYSTEM ARCHITECTURE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t>4-Layered Cloud Architecture: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1. Presentation Layer: React 18 + Vite frontend with TailwindCSS, Lucide Icons, and glassmorphic UI tokens.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2. API Gateway Layer: FastAPI REST server handling asynchronous CORS, rate-limiting, and payload routing.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3. Cloud AI Brain: HuggingFace Cloud Space (Balajikrishnan031/Keffi-Backend) running PyTorch BERT transformer.</a:t>
            </a:r>
          </a:p>
          <a:p>
            <a:pPr>
              <a:spcAft>
                <a:spcPts val="600"/>
              </a:spcAft>
              <a:defRPr sz="1500" b="0">
                <a:solidFill>
                  <a:srgbClr val="000000"/>
                </a:solidFill>
                <a:latin typeface="Times New Roman"/>
              </a:defRPr>
            </a:pPr>
            <a:r>
              <a:t>4. Data Persistence Layer: High-concurrency Write-Ahead Logging (WAL) SQLite engine storing patient rosters.</a:t>
            </a:r>
          </a:p>
        </p:txBody>
      </p:sp>
      <p:pic>
        <p:nvPicPr>
          <p:cNvPr id="4" name="Picture 3" descr="keffi_3d_layered_system_architecture_17857825504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48056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12 of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DEDICATED N8N CLINICAL AUTOMATION &amp; CRISIS WEBHOOKS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Safety-Critical Crisis Automation: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When the BERT model or C-SSRS triage protocol detects self-harm keywords or severe panic surges (&lt;40 MHQ), the system bypasses standard chat and executes a safety-critical crisis branch.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Multi-Channel Dispatches: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The n8n workflow engine dispatches real-time webhooks, triggering instant WhatsApp messages and SMS alerts to designated family caregivers and attending psychiatrists.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Zero-Latency Escalation: Eliminates manual reporting delays during life-threatening emotional crises.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13 of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EXECUTIVE ADMIN HUB &amp; AUTOMATED DOCTOR BOOKING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Centralized Outpatient Supervision Dashboard (#2C5555):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Formatted in clean corporate dark teal typography (#2C5555), removing cluttered script fonts for medical clarity. Enables supervisors to filter patient rosters by risk tier (High &lt;40, Moderate 40-70, Low &gt;70).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Complete Transcripts &amp; Biometric Auditing: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Displays complete historical conversation transcripts with timestamped BERT emotion tags, SHAP heatmaps, and Librosa prosody metrics.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One-Click Automated Doctor Appointment Booking: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Direct scheduling with lead psychiatrists (Dr. S. Sivanesh M.Tech., Ph.D. or Dr. S. Rajesh M.D. Psychiatry). Reserves slots in SQLite database and dispatches automated WhatsApp confirmation toasts.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14 of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FINANCIAL UTILIZATION &amp; BUDGET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TNSDC Grant Utilization Breakdown (Max Limit: ₹15,000.00):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Item 1: 6x3ft Roll-Up Standee &amp; Hardbound Reports Printing -&gt; ₹2,500.00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Item 2: Wireless USB Microphone &amp; Presenter (Voice AI Demo) -&gt; ₹4,000.00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Item 3: Regional Review Evaluation &amp; Team Logistics Transport -&gt; ₹3,000.00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Item 4: HD Web Camera (Affective Vision &amp; Journey Video) -&gt; ₹5,500.00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Total Utilized: ₹15,000.00 | Billed to: The Director, Centre for Academic Courses, Anna University, Chennai.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15 of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THANK YOU &amp; LIVE DEMO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HACKERS TEAM | University College of Engineering Panruti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Members: MADHUMATHI S, BALAJI P, MALINI V | Guide: DR. S. SIVANESH M.Tech., Ph.D.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Live Production Deployment URLs: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Live Frontend Web App: https://keffi-test.vercel.app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  <a:r>
              <a:t>• Live Cloud Backend API: https://balajikrishnan031-keffi-backend.hf.space</a:t>
            </a:r>
          </a:p>
          <a:p>
            <a:pPr>
              <a:spcAft>
                <a:spcPts val="800"/>
              </a:spcAft>
              <a:defRPr sz="1800" b="0">
                <a:solidFill>
                  <a:srgbClr val="000000"/>
                </a:solidFill>
                <a:latin typeface="Times New Roman"/>
              </a:defRPr>
            </a:pPr>
          </a:p>
          <a:p>
            <a:pPr>
              <a:spcAft>
                <a:spcPts val="800"/>
              </a:spcAft>
              <a:defRPr sz="1900" b="1">
                <a:solidFill>
                  <a:srgbClr val="000000"/>
                </a:solidFill>
                <a:latin typeface="Times New Roman"/>
              </a:defRPr>
            </a:pPr>
            <a:r>
              <a:t>Conclusion: Keffi AI democratizes 24/7 accessible affective mental healthcare across Tamil Nadu, closing the 167-hour care gap. We welcome questions from the Naan Mudhalvan Jury Panel!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282828"/>
                </a:solidFill>
                <a:latin typeface="Times New Roman"/>
              </a:defRPr>
            </a:pPr>
            <a:r>
              <a:t>KEFFI AI — Slide 16 of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