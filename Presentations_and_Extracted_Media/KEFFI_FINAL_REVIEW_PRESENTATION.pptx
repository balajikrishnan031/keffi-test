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8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br/>
            <a:r>
              <a:t>KEFFI AI – A MENTAL HEALTH CHATBOT</a:t>
            </a:r>
          </a:p>
          <a:p>
            <a:pPr algn="ctr">
              <a:defRPr sz="1800" i="1">
                <a:solidFill>
                  <a:srgbClr val="8FA989"/>
                </a:solidFill>
              </a:defRPr>
            </a:pPr>
            <a:r>
              <a:t>A Clinical Digital Therapeutics Platform for Continuous 24/7 Affective Support</a:t>
            </a:r>
            <a:br/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UNIVERSITY COLLEGE OF ENGINEERING PANRUTI</a:t>
            </a:r>
            <a:br/>
            <a:r>
              <a:t>(A Constituent College of Anna University, Chennai) • Department of CSE</a:t>
            </a:r>
            <a:br/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TEAM: HACKERS TEAM   |   MEMBERS: MADHUMATHI S, BALAJI P, MALINI V   |   GUIDE: DR. S. SIVANESH M.Tech., Ph.D.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1. EXECUTIVE ABSTRACT &amp; MISSION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Mental healthcare accessibility remains a critical global emergency due to therapy costs, psychiatrist shortages, and social stigma.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Standard psychotherapy provides 1 hour of weekly care, leaving patients unmonitored during the remaining 167 hours of weekly vulnerability.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Keffi AI bridges this 167-hour care gap by combining fine-tuned BERT transformer emotion classification, 3-tier clinical therapeutic response, and real-time voice interaction.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The system empowers self-guided patient recovery while keeping attending psychiatrists informed through real-time risk tracking and transcript auditing.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2. PROBLEM STATEMENT &amp; THE 167-HOUR CARE GAP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High Therapy Costs &amp; Stigma: Over 70% of individuals in psychological distress receive zero clinical treatment.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The 167-Hour Care Gap: Symptoms escalate undetected between weekly counseling sessions.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Limitations of Existing Chatbots: Rule-based chatbots lack long-term memory, emotional personalization, and safety fallback mechanisms.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Lack of Clinician Transparency: Black-box AI models fail to provide explainable decision rationale for medical oversight.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3. PROJECT OBJECTIVES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1. Build a Fine-Tuned BERT 96-Emotion Classifier achieving &gt;94% accuracy for fine-grained affective state detection.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2. Implement a 3-Tier Therapeutic Response Architecture (Rogerian Validation + Neurobiological Psychoeducation + CBT Skills).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3. Integrate Hands-Free Voice-to-Voice AI using Web Speech API for users in acute panic.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4. Develop a High-Concurrency WAL Database Engine to handle simultaneous reads and writes without locking crashes.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5. Feature Explainable AI (SHAP &amp; LIME) and an Admin Clinical Hub for complete transcript inspection and patient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4. SYSTEM ARCHITECTURE &amp; DATA FLOW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Multimodal Data Ingestion: Accepts text utterances and raw voice audio signals.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Dual-Model Inference Cascade: BERT fine-tuned transformer classifies 96 emotional states; Librosa extracts acoustic pitch (F0) &amp; pause biomarkers.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Isolated Persistence Layer: WAL relational database and vector memory store session history securely tagged by patient ID.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Safety Automation: Automated n8n crisis triggers send immediate emergency SOS alerts when suicidal ideation is detected.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5. BERT TRANSFORMER EMOTION CLASSIFICATION ENGINE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Fine-tuned over GoEmotions multi-label corpus (58,000 annotated comments).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Expanded from 27 baseline categories to 96 fine-grained clinical psychological states (e.g. panic, burnout, catastrophizing, grief).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Achieved 94.2% top-3 classification accuracy with sub-600ms latency.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Enables dynamic temperature modulation for deterministic crisis triage.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6. 3-TIER CLINICAL THERAPEUTIC RESPONSE ARCHITECTURE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Tier 1: Empathetic Validation (Rogerian Care) – Mirrors user emotion without judgment to establish psychological safety.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Tier 2: Psychoeducation (Neurobiological Insights) – Explains biological mechanisms (amygdala fight-or-flight, cortisol/adrenaline surges) to de-stigmatize distress.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Tier 3: CBT Micro-Intervention – Delivers immediate physical grounding skills (5-4-3-2-1 sensory mapping, 4-7-8 breathing) + 3 interactive quick-action prompt chips.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7. HANDS-FREE REAL-TIME VOICE-TO-VOICE AI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Engineered for patients experiencing acute anxiety, motor tremors, or sensory overload unable to type on physical keyboards.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Continuous Web Speech API acoustic speech-to-text capture in real time.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Speech synthesis audio renderer emulating warm, empathetic voice pitch and pacing.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Bidirectional hands-free audio loop operates continuously without requiring manual button clicks.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8. VOICE PROSODY ACOUSTIC TRACKING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Detects subtle signs of depression or psychomotor retardation masked in text.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Librosa signal processing extracts Fundamental Frequency (F0 pitch contours), RMS Energy, Speech Rate, and Pause Durations.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Detects monotone pitch variance and &gt;40% speech pause increases to flag depressive escalation.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Feeds acoustic delta vectors into the Mental Health Quotient (MHQ) scoring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9. HIGH-CONCURRENCY WAL DATABASE ENGINE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Configured relational database in Write-Ahead Logging (WAL) mode.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Appends new writes to a separate WAL log file, allowing concurrent read queries to proceed without database locking crashes.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Tuned connection pooling and synchronous disk flush policies for ACID transactional compliance.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Ensures zero-downtime reliability under peak user concurrency.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10. EXPLAINABLE ARTIFICIAL INTELLIGENCE (SHAP &amp; LIME)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Eliminates black-box diagnostic risks by calculating mathematical Shapley token attribution values.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Measures exact marginal contribution of individual words (e.g. 'overwhelmed', 'can't sleep') toward assigned emotion categories.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Visualizes token-level feature weight maps directly within the clinician dashboard.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Fosters clinical trust and enables attending psychiatrists to audit AI therapeutic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11. ADMIN CLINICAL HUB &amp; PATIENT TRACKING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Real-Time Clinician Dashboard displaying patient rosters, distress alerts, and emotion distribution analytics.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Days Inactive Metric Counter: Tracks patient engagement gaps to flag individuals showing sudden drop-offs or emotional decline.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Admin Complete Transcript Inspection Viewer: Enables full, scrollable A-to-Z chat history auditing for selected patients.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Enables attending psychiatrists to validate AI interventions and step in manually when crisis alerts trigger.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12. SYSTEM OUTCOME &amp; LIVE SCREENSHOTS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Landing Page Hero, Silent Crisis 167-Hour Gap, and Full-Stack Tech Architecture.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Patient Login &amp; Identity Verification Modal.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Keffi Chatting Sanctuary Room with Mic Icon &amp; Peace Log Sidebar.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Admin Clinical Hub Doctor Dashboard Roster &amp; Days Inactive Metrics.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Complete Scrollable Transcript Viewer.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13. SYSTEM PERFORMANCE &amp; EVALUATION METRICS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BERT Emotion Accuracy: 94.2% top-3 accuracy across 96 clinical categories.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Response Latency: Sub-600ms end-to-end API roundtrip response delivery.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System Availability: 99.9% uptime via dual-model cascade failover routing.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Concurrency Stress Test: 100+ parallel chat sessions handled without WAL database locking.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838"/>
          </a:solidFill>
          <a:ln>
            <a:solidFill>
              <a:srgbClr val="0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14. CONCLUSION &amp; FUTURE ROADMAP</a:t>
            </a:r>
          </a:p>
        </p:txBody>
      </p:sp>
      <p:pic>
        <p:nvPicPr>
          <p:cNvPr id="3" name="Picture 2" descr="poster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Conclusion: Keffi AI successfully validates multi-modal affective computing, hands-free voice therapeutics, WAL high-concurrency storage, and clinical tracking.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Future Enhancements: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- Multi-lingual regional voice models (Tamil, Hindi).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- Hospital EHR system integration (HL7 / FHIR standards).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- Continuous PPG optical sensor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