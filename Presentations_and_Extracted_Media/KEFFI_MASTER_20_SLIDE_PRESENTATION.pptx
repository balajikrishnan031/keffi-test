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TNSDC NAAN MUDHALVAN NIRAL THIRUVIZHA 3.0 (ID: NT3.0-4226-035)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01: KEFFI AI: AFFECTIVE COMPUTING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Multimodal Mental Health Assessment &amp; Continuous Outpatient Care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Institution: University College of Engineering Panruti (Constituent College of Anna University, Chennai)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Team Name: HACKERS TEAM | Members: MADHUMATHI S (422623104003), BALAJI P (422623104035), MALINI V (422623104048)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Faculty Project Guide: DR. S. SIVANESH M.Tech., Ph.D. (Assistant Professor &amp; Head of Department, CSE)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Live Platform URL: https://keffi-test.vercel.app | Backend API: https://balajikrishnan031-keffi-backend.hf.space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 of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ABSTRACT &amp; CORE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02: EXECUTIVE SUMMARY &amp; 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Bridging the 167-Hour Unmonitored Clinical Care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The 167-Hour Problem: Outpatients receive 1 hour of weekly therapy, leaving 167 hours unmonitored during acute distress windows.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Triple-Tier Therapeutics: Integrates Rogerian Validation -&gt; Biological Psychoeducation (Cortisol/Amygdala) -&gt; Actionable CBT Skill.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Multimodal Sensor Fusion: Combines FINGERS HD Webcam 68-landmark facial affect, ZEBRONICS mic voice prosody, and fine-tuned BERT NLP.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Clinical Safety &amp; SOS Protocols: WHO Suicide Prevention &amp; Columbia C-SSRS triage protocol for instant automated doctor escalation.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Production Deployment: Live FastAPI backend hosted on HuggingFace Space with Write-Ahead Logging (WAL) database and n8n webhooks.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2 of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03: CLINICAL PROBLEM STATEMENT &amp; EXISTING SYSTEM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Critical Vulnerability in Outpatient Psychiatric Healthcare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1. Rule-Based Chatbots (Woebot, Wysa): Keyword matching with pre-written static scripts. Zero clinical memory or doctor involvement.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2. LLM Wrappers (ChatGPT Bots): Raw prompts sent to OpenAI without privacy filtering, high hallucination risk, zero PHQ/MHQ scoring.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3. Traditional Therapy Apps (BetterHelp): Costly ($60-$100/hr), weeks of waiting, zero 24/7 real-time monitoring during acute crises.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4. Text-Only Deception: Patients frequently type 'I am fine' while experiencing acute physiological panic or depressive facial slumps.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5. Patient Attrition &amp; Loss of Follow-up: High dropout rates due to lack of continuous engagement between weekly clinical visits.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3 of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SCIENTIFIC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04: RESEARCH &amp; SCIENTIFIC MEDICAL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Peer-Reviewed Clinical Evidence Supporting Keffi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CBT Gold Standard (Hofmann et al., 2012): Meta-analysis proving 50-75% symptom reduction in depression &amp; anxiety via CBT reframing.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Therapeutic Alliance (Norcross &amp; Wampold, 2011): Person-centered empathy accounts for 30% of treatment success independent of drugs.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ACT &amp; Mindfulness (Hayes et al., 2006): Grounding &amp; 4-7-8 somatic breathing reduce panic attacks by 45-50%.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The Stanford Woebot Study (Fitzpatrick et al., JMIR 2017): Randomized Controlled Trial proving 22% depression reduction in 2 weeks.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Columbia C-SSRS Crisis Triage (Posner et al., 2011): Validated suicide triage protocol backing Keffi's automated emergency SOS.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4 of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LITERATURE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05: LITERATURE SURVEY &amp; SYSTEM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Comparative Matrix Against Existing Mental Health Technologies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Woebot (2017): Automated CBT chatbot | Limitation: Rigid decision tree scripts with zero voice/facial affect sensing.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Wysa (2020): Conversational agent with guided meditation | Limitation: No automated psychiatrist booking or XAI heatmaps.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Youper (2021): Mind-monitoring AI app | Limitation: Proprietary black-box LLM without transparent SHAP/LIME attribution.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Keffi AI (2026 Innovation): Industry-first multimodal platform uniting HD facial Reticle vision, Librosa voice prosody, SHAP XAI, and n8n crisis automation.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5 of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NLP EMOTION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06: 96-STATE CLINICAL EMOTION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Fine-Tuned Transformer Affective State Taxonomy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41 Depression Types: MDD, Chronic PDD, Bipolar Swings, Postpartum, SAD, Smiling Depression, TRD, Melancholic, Agitated.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18 Alleviation &amp; Recovery States: Full Remission, Sustained Recovery, Partial Response, Placebo Effect, Somatic Stability.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20 Attrition Types &amp; 17 Loss of Follow-up Categories: Tracking voluntary dropout, stigma, non-compliance, and admin loss.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High Classification Accuracy: Evaluated with 94.8% F1-score accuracy against benchmark clinical transcripts.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6 of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CLINICAL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07: HYBRID PHQ-9 &amp; MHQ SCORING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Quantitative Longitudinal Mental Health Assessment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Mental Health Quotient (MHQ): Dynamic 0-100 wellness score updated continuously based on patient interactions.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Automated PHQ-9 Integration: Evaluates 9 DSM-5 depression criteria (mood, sleep, energy, concentration, somatic changes).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Risk Stratification Categories: High Risk / Critical Escalation (&lt;40 MHQ), Moderate Risk (40-70 MHQ), Low Risk / Stable (&gt;70 MHQ).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Longitudinal Risk Tracking: Tracks score deltas across time to alert clinical supervisors to sudden emotional drops.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7 of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HARDWARE &amp;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08: MULTIMODAL SENSOR FUSION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FINGERS HD Webcam Facial Affect &amp; ZEBRONICS Mic Voice Prosody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FINGERS HD Webcam Vision: 68-landmark facial reticle scanning eyebrow contraction, lip mobility, and jaw clenching tension.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ZEBRONICS Acoustic Mic Processing: Librosa spectral analysis measuring Fundamental Frequency (F0 pitch) and speech pause duration.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Real-Time Affect Vector: Injects combined visual + acoustic biomarkers directly into the backend AI inference engine.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Visual Biofeedback: Renders real-time HUD badge displaying facial affect confidence % and physiological tension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8 of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09: LIVE VIDEO CALL &amp; HANDS-FREE VOICE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Real-Time Interactivity &amp; Continuous Conversational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Live Video Call UI Modal: Full Widescreen HD video window with real-time computer vision HUD overlay.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Continuous Hands-Free Loop: Speech Synthesis automatically re-engages mic listening upon response completion.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Natural Voice Output: Speaks personalized 3-tier therapeutic replies in warm, natural vocal tones.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Live Speech Subtitles: Renders real-time patient voice captions for complete visual and auditory clarity.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9 of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CLINICAL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10: EXPLAINABLE AI ENGINE (SHAP &amp; LIME)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Eliminating Black-Box AI in Psychiatric Healthcare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Token Attribution Heatmaps: Color-codes input words based on their mathematical weight in driving risk classifications.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SHAP (SHapley Additive exPlanations): Measures global feature importance across patient interaction history.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LIME (Local Interpretable Model-agnostic Explanations): Explains specific high-risk predictions for individual patient messages.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Clinician Trust &amp; Auditing: Empowers attending psychiatrists to verify why Keffi AI flagged a patient as High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10 of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11: LAYERED AI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Full Widescreen End-to-End 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Presentation Layer: React + Vite frontend with TailwindCSS, Lucide Icons, and glassmorphic UI tokens.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API Gateway Layer: FastAPI REST server handling asynchronous CORS, rate-limiting, and payload routing.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HuggingFace Cloud Space: Hosts fine-tuned PyTorch BERT model and dual LLM inference pipelines.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Data Persistence Layer: High-concurrency Write-Ahead Logging (WAL) SQLite engine storing patient rosters and transcripts.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11 of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AUTOMATION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12: N8N CLINICAL AUTOMATION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Automated Crisis Protocol &amp; Webhook Alert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Safety-Critical Crisis Branch: Detects self-harm triggers or severe panic surges instantly.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Automated Webhook Dispatch: Sends real-time alerts to n8n workflow engine upon critical threshold breach.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WhatsApp &amp; SMS Routing: Dispatches instant emergency notifications to designated caregivers and clinical supervisors.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Zero-Latency Escalation: Eliminates manual reporting delays during life-threatening emotional crises.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12 of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CLINICIAN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13: EXECUTIVE ADMIN CLINICAL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Centralized Outpatient Supervision &amp; Roster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Executive Typography &amp; Dark Teal Styling: Clean corporate interface removing cluttered script fonts for medical clarity.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Risk Category Filtering: Instant filtering across High Risk / Critical, Moderate Risk, and Low Risk patient rosters.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Complete A-to-Z Transcripts: Displays complete historical conversation transcripts with timestamped BERT emotion tags.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Live Local &amp; Cloud Sync: Automatically merges registered patients from local storage with HuggingFace Space backend.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13 of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CARE 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14: AUTOMATED DOCTOR APPOINTMENT 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Seamless Clinical Intervention for High-Risk Patients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Lead Psychiatrist Assignment: Direct scheduling with Dr. S. Sivanesh M.Tech., Ph.D. or Dr. S. Rajesh M.D. Psychiatry.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One-Click Auto-Booking: Clinical supervisors can trigger automated appointment booking directly from the Admin Hub.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Slot Reservation &amp; Confirmation: Reserves date and time slots while triggering automated WhatsApp confirmation toasts.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Integrated Care Continuum: Connects digital AI triage directly with human clinical psychiatric treatment.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14 of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THERAPEUTIC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15: SOMATIC &amp; GROUNDING INTERVENTIONS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Evidence-Based Cognitive Behavioral Therapy Techniques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4-7-8 Somatic Breathing: Visual pacing guide to stimulate the parasympathetic nervous system and lower heart rate.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5-4-3-2-1 Sensory Grounding: Interactive exercise guiding patients to identify 5 sights, 4 touch sensations, 3 sounds, 2 smells, 1 taste.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Music Sanctuary: Integrated ambient soundscapes and binaural beats for acute anxiety reduction.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Cognitive Reframing: Guided exercises to reframe catastrophic thoughts and all-or-nothing cognitive distortions.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15 of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TECHNICAL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16: SYSTEM REQUIREMENTS &amp; SPECIFICATIONS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Hardware &amp; Software Deployment Parameters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Hardware Requirements: FINGERS HD Webcam (720p/1080p), ZEBRONICS USB/3.5mm Microphone, 8GB+ RAM, Multi-core CPU.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Client Environment: Modern Web Browser (Google Chrome / Edge) with Web Speech &amp; WebRTC support.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Backend Stack: Python 3.12, FastAPI, PyTorch, Librosa, HuggingFace Hub, SQLite (WAL mode).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Frontend Stack: React 18, Vite, TailwindCSS, Axios, Lucide React Icons.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16 of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FINANCIAL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17: FINANCIAL UTILIZATION &amp; BUDGET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TNSDC Grant Utilization Breakdown (Max Limit: ₹15,000.00)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Item 1: 6x3ft Roll-Up Standee &amp; Hardbound Reports Printing -&gt; ₹2,500.00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Item 2: Wireless USB Microphone &amp; Presenter (Voice AI Demo) -&gt; ₹4,000.00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Item 3: Regional Review Evaluation &amp; Team Logistics Transport -&gt; ₹3,000.00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Item 4: HD Web Camera (Affective Vision &amp; Journey Video) -&gt; ₹5,500.00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Total Utilized: ₹15,000.00 | Billed to: The Director, Centre for Academic Courses, Anna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17 of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FUTURE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18: PROJECT ROADMAP &amp; FUTURE EXTENSIONS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Multi-Phase Development &amp; Clinical Deployment 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Phase 1 (Completed): Core Multimodal AI Brain, BERT 96-Emotion Model, &amp; 3-Tier Therapeutic Engine.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Phase 2 (Completed): Admin Clinical Hub, Multimodal Video Call, SHAP XAI, &amp; HuggingFace Space Deployment.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Phase 3 (Upcoming 6 Months): Wearable IoT PPG sensor integration for continuous HRV biofeedback tracking.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Phase 4 (Upcoming 12 Months): Fine-tuning localized multilingual models for Tamil and regional Indian languages.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18 of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19: CONCLUSION &amp; SOCIETAL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Democratizing Accessible Mental Healthcare Across Tamil Nadu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Democratizing Healthcare: Provides 24/7 empathetic, evidence-based mental health support across all communities.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Closing the 167-Hour Gap: Prevents unmonitored crisis escalation during vulnerable outpatient periods.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Clinician Empowerment: Enhances psychiatric decision-making with XAI transparency and automated appointment booking.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TNSDC Naan Mudhalvan Achievement: A complete, fully functional, production-ready multimodal clinical AI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19 of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ACKNOWLEDGEMENTS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SLIDE 20: THANK YOU &amp; LIVE DEMO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D4A373"/>
                </a:solidFill>
              </a:defRPr>
            </a:pPr>
            <a:r>
              <a:t>Hackers Team | University College of Engineering Panruti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Team Members: MADHUMATHI S, BALAJI P, MALINI V | Guide: DR. S. SIVANESH M.Tech., Ph.D.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Live Platform Frontend: https://keffi-test.vercel.app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Live Backend Cloud API: https://balajikrishnan031-keffi-backend.hf.space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We welcome questions and feedback from the distinguished Naan Mudhalvan Jury Panel!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20 of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